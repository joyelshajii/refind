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Commercial Sensor Series - Product Launch</a:t>
            </a:r>
          </a:p>
          <a:p>
            <a:pPr>
              <a:defRPr sz="1400"/>
            </a:pPr>
            <a:r>
              <a:t>Q2 Roadmap &amp; Hardware Deliverables | Hardware 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Key Hardware Specifications</a:t>
            </a:r>
          </a:p>
          <a:p>
            <a:r>
              <a:t>Battery endurance: 36 months under standard 1Hz beaconing rate. IP67 waterproof housing.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